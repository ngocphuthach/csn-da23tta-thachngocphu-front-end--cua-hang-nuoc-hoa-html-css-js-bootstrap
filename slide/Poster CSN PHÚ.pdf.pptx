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Canva Sans" charset="1" panose="020B0503030501040103"/>
      <p:regular r:id="rId7"/>
    </p:embeddedFont>
    <p:embeddedFont>
      <p:font typeface="Glacial Indifference" charset="1" panose="00000000000000000000"/>
      <p:regular r:id="rId8"/>
    </p:embeddedFont>
    <p:embeddedFont>
      <p:font typeface="Noto Sans" charset="1" panose="020B0502040504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551" y="-66551"/>
            <a:ext cx="15251173" cy="21517861"/>
          </a:xfrm>
          <a:custGeom>
            <a:avLst/>
            <a:gdLst/>
            <a:ahLst/>
            <a:cxnLst/>
            <a:rect r="r" b="b" t="t" l="l"/>
            <a:pathLst>
              <a:path h="21517861" w="15251173">
                <a:moveTo>
                  <a:pt x="0" y="0"/>
                </a:moveTo>
                <a:lnTo>
                  <a:pt x="15251173" y="0"/>
                </a:lnTo>
                <a:lnTo>
                  <a:pt x="15251173" y="21517861"/>
                </a:lnTo>
                <a:lnTo>
                  <a:pt x="0" y="21517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9790" y="152686"/>
            <a:ext cx="11189046" cy="1752152"/>
          </a:xfrm>
          <a:custGeom>
            <a:avLst/>
            <a:gdLst/>
            <a:ahLst/>
            <a:cxnLst/>
            <a:rect r="r" b="b" t="t" l="l"/>
            <a:pathLst>
              <a:path h="1752152" w="11189046">
                <a:moveTo>
                  <a:pt x="0" y="0"/>
                </a:moveTo>
                <a:lnTo>
                  <a:pt x="11189046" y="0"/>
                </a:lnTo>
                <a:lnTo>
                  <a:pt x="11189046" y="1752152"/>
                </a:lnTo>
                <a:lnTo>
                  <a:pt x="0" y="1752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642" r="0" b="-147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5479" y="6960289"/>
            <a:ext cx="6065891" cy="2580618"/>
          </a:xfrm>
          <a:custGeom>
            <a:avLst/>
            <a:gdLst/>
            <a:ahLst/>
            <a:cxnLst/>
            <a:rect r="r" b="b" t="t" l="l"/>
            <a:pathLst>
              <a:path h="2580618" w="6065891">
                <a:moveTo>
                  <a:pt x="0" y="0"/>
                </a:moveTo>
                <a:lnTo>
                  <a:pt x="6065892" y="0"/>
                </a:lnTo>
                <a:lnTo>
                  <a:pt x="6065892" y="2580618"/>
                </a:lnTo>
                <a:lnTo>
                  <a:pt x="0" y="2580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699" y="12595489"/>
            <a:ext cx="5694512" cy="2694889"/>
          </a:xfrm>
          <a:custGeom>
            <a:avLst/>
            <a:gdLst/>
            <a:ahLst/>
            <a:cxnLst/>
            <a:rect r="r" b="b" t="t" l="l"/>
            <a:pathLst>
              <a:path h="2694889" w="5694512">
                <a:moveTo>
                  <a:pt x="0" y="0"/>
                </a:moveTo>
                <a:lnTo>
                  <a:pt x="5694512" y="0"/>
                </a:lnTo>
                <a:lnTo>
                  <a:pt x="5694512" y="2694889"/>
                </a:lnTo>
                <a:lnTo>
                  <a:pt x="0" y="2694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6190" y="14479000"/>
            <a:ext cx="5761168" cy="2742505"/>
          </a:xfrm>
          <a:custGeom>
            <a:avLst/>
            <a:gdLst/>
            <a:ahLst/>
            <a:cxnLst/>
            <a:rect r="r" b="b" t="t" l="l"/>
            <a:pathLst>
              <a:path h="2742505" w="5761168">
                <a:moveTo>
                  <a:pt x="0" y="0"/>
                </a:moveTo>
                <a:lnTo>
                  <a:pt x="5761168" y="0"/>
                </a:lnTo>
                <a:lnTo>
                  <a:pt x="5761168" y="2742505"/>
                </a:lnTo>
                <a:lnTo>
                  <a:pt x="0" y="27425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682" y="17319803"/>
            <a:ext cx="5789733" cy="2618708"/>
          </a:xfrm>
          <a:custGeom>
            <a:avLst/>
            <a:gdLst/>
            <a:ahLst/>
            <a:cxnLst/>
            <a:rect r="r" b="b" t="t" l="l"/>
            <a:pathLst>
              <a:path h="2618708" w="5789733">
                <a:moveTo>
                  <a:pt x="0" y="0"/>
                </a:moveTo>
                <a:lnTo>
                  <a:pt x="5789733" y="0"/>
                </a:lnTo>
                <a:lnTo>
                  <a:pt x="5789733" y="2618708"/>
                </a:lnTo>
                <a:lnTo>
                  <a:pt x="0" y="26187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706" r="0" b="-2747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0" y="1"/>
            <a:ext cx="2252643" cy="4546597"/>
            <a:chOff x="0" y="0"/>
            <a:chExt cx="2252650" cy="4546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2602" cy="4546602"/>
            </a:xfrm>
            <a:custGeom>
              <a:avLst/>
              <a:gdLst/>
              <a:ahLst/>
              <a:cxnLst/>
              <a:rect r="r" b="b" t="t" l="l"/>
              <a:pathLst>
                <a:path h="4546602" w="2252602">
                  <a:moveTo>
                    <a:pt x="0" y="0"/>
                  </a:moveTo>
                  <a:lnTo>
                    <a:pt x="0" y="4546602"/>
                  </a:lnTo>
                  <a:lnTo>
                    <a:pt x="2252602" y="4546602"/>
                  </a:lnTo>
                  <a:lnTo>
                    <a:pt x="225260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09365" y="7202129"/>
            <a:ext cx="104746" cy="104746"/>
            <a:chOff x="0" y="0"/>
            <a:chExt cx="104750" cy="104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09365" y="7925848"/>
            <a:ext cx="104746" cy="104746"/>
            <a:chOff x="0" y="0"/>
            <a:chExt cx="104750" cy="104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09365" y="8287703"/>
            <a:ext cx="104746" cy="104746"/>
            <a:chOff x="0" y="0"/>
            <a:chExt cx="104750" cy="104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9365" y="10426913"/>
            <a:ext cx="104746" cy="104746"/>
            <a:chOff x="0" y="0"/>
            <a:chExt cx="104750" cy="104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09365" y="10788767"/>
            <a:ext cx="104746" cy="104746"/>
            <a:chOff x="0" y="0"/>
            <a:chExt cx="104750" cy="1047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09365" y="11150622"/>
            <a:ext cx="104746" cy="104746"/>
            <a:chOff x="0" y="0"/>
            <a:chExt cx="104750" cy="104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6" y="104141"/>
                  </a:cubicBezTo>
                  <a:cubicBezTo>
                    <a:pt x="49277" y="104141"/>
                    <a:pt x="45848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2" y="0"/>
                    <a:pt x="52071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560002" y="10206114"/>
            <a:ext cx="2880027" cy="2595496"/>
            <a:chOff x="0" y="0"/>
            <a:chExt cx="2880030" cy="25954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79981" cy="2595494"/>
            </a:xfrm>
            <a:custGeom>
              <a:avLst/>
              <a:gdLst/>
              <a:ahLst/>
              <a:cxnLst/>
              <a:rect r="r" b="b" t="t" l="l"/>
              <a:pathLst>
                <a:path h="2595494" w="2879981">
                  <a:moveTo>
                    <a:pt x="0" y="2595494"/>
                  </a:moveTo>
                  <a:lnTo>
                    <a:pt x="2879981" y="2595494"/>
                  </a:lnTo>
                  <a:lnTo>
                    <a:pt x="28799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972911" y="14670748"/>
            <a:ext cx="104746" cy="104746"/>
            <a:chOff x="0" y="0"/>
            <a:chExt cx="104750" cy="1047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5" y="104141"/>
                  </a:cubicBezTo>
                  <a:cubicBezTo>
                    <a:pt x="49276" y="104141"/>
                    <a:pt x="45847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972911" y="15032603"/>
            <a:ext cx="104746" cy="104746"/>
            <a:chOff x="0" y="0"/>
            <a:chExt cx="104750" cy="1047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1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5" y="104141"/>
                  </a:cubicBezTo>
                  <a:cubicBezTo>
                    <a:pt x="49276" y="104141"/>
                    <a:pt x="45847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1"/>
                  </a:cubicBezTo>
                  <a:cubicBezTo>
                    <a:pt x="0" y="48642"/>
                    <a:pt x="381" y="45213"/>
                    <a:pt x="1016" y="41911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1"/>
                  </a:cubicBezTo>
                  <a:cubicBezTo>
                    <a:pt x="103760" y="45213"/>
                    <a:pt x="104141" y="48642"/>
                    <a:pt x="104141" y="52071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72911" y="15394467"/>
            <a:ext cx="104746" cy="104746"/>
            <a:chOff x="0" y="0"/>
            <a:chExt cx="104750" cy="1047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54"/>
              <a:ext cx="104776" cy="104141"/>
            </a:xfrm>
            <a:custGeom>
              <a:avLst/>
              <a:gdLst/>
              <a:ahLst/>
              <a:cxnLst/>
              <a:rect r="r" b="b" t="t" l="l"/>
              <a:pathLst>
                <a:path h="104141" w="104776">
                  <a:moveTo>
                    <a:pt x="104776" y="52070"/>
                  </a:moveTo>
                  <a:cubicBezTo>
                    <a:pt x="104776" y="55500"/>
                    <a:pt x="104395" y="58929"/>
                    <a:pt x="103760" y="62231"/>
                  </a:cubicBezTo>
                  <a:cubicBezTo>
                    <a:pt x="103125" y="65533"/>
                    <a:pt x="102109" y="68835"/>
                    <a:pt x="100839" y="72010"/>
                  </a:cubicBezTo>
                  <a:cubicBezTo>
                    <a:pt x="99569" y="75185"/>
                    <a:pt x="97918" y="78233"/>
                    <a:pt x="96013" y="81027"/>
                  </a:cubicBezTo>
                  <a:cubicBezTo>
                    <a:pt x="94108" y="83821"/>
                    <a:pt x="91949" y="86488"/>
                    <a:pt x="89536" y="88901"/>
                  </a:cubicBezTo>
                  <a:cubicBezTo>
                    <a:pt x="87123" y="91314"/>
                    <a:pt x="84456" y="93473"/>
                    <a:pt x="81662" y="95378"/>
                  </a:cubicBezTo>
                  <a:cubicBezTo>
                    <a:pt x="78868" y="97283"/>
                    <a:pt x="75820" y="98934"/>
                    <a:pt x="72645" y="100204"/>
                  </a:cubicBezTo>
                  <a:cubicBezTo>
                    <a:pt x="69470" y="101474"/>
                    <a:pt x="66168" y="102490"/>
                    <a:pt x="62866" y="103125"/>
                  </a:cubicBezTo>
                  <a:cubicBezTo>
                    <a:pt x="59564" y="103760"/>
                    <a:pt x="56135" y="104141"/>
                    <a:pt x="52705" y="104141"/>
                  </a:cubicBezTo>
                  <a:cubicBezTo>
                    <a:pt x="49276" y="104141"/>
                    <a:pt x="45847" y="103760"/>
                    <a:pt x="42545" y="103125"/>
                  </a:cubicBezTo>
                  <a:cubicBezTo>
                    <a:pt x="39243" y="102490"/>
                    <a:pt x="35941" y="101474"/>
                    <a:pt x="32766" y="100204"/>
                  </a:cubicBezTo>
                  <a:cubicBezTo>
                    <a:pt x="29591" y="98934"/>
                    <a:pt x="26543" y="97283"/>
                    <a:pt x="23749" y="95378"/>
                  </a:cubicBezTo>
                  <a:cubicBezTo>
                    <a:pt x="20955" y="93473"/>
                    <a:pt x="18288" y="91314"/>
                    <a:pt x="15875" y="88901"/>
                  </a:cubicBezTo>
                  <a:cubicBezTo>
                    <a:pt x="13462" y="86488"/>
                    <a:pt x="11303" y="83821"/>
                    <a:pt x="9398" y="81027"/>
                  </a:cubicBezTo>
                  <a:cubicBezTo>
                    <a:pt x="7493" y="78233"/>
                    <a:pt x="5334" y="75312"/>
                    <a:pt x="3937" y="72137"/>
                  </a:cubicBezTo>
                  <a:cubicBezTo>
                    <a:pt x="2540" y="68962"/>
                    <a:pt x="1651" y="65660"/>
                    <a:pt x="1016" y="62358"/>
                  </a:cubicBezTo>
                  <a:cubicBezTo>
                    <a:pt x="381" y="59056"/>
                    <a:pt x="0" y="55500"/>
                    <a:pt x="0" y="52070"/>
                  </a:cubicBezTo>
                  <a:cubicBezTo>
                    <a:pt x="0" y="48641"/>
                    <a:pt x="381" y="45212"/>
                    <a:pt x="1016" y="41910"/>
                  </a:cubicBezTo>
                  <a:cubicBezTo>
                    <a:pt x="1651" y="38608"/>
                    <a:pt x="2667" y="35306"/>
                    <a:pt x="3937" y="32131"/>
                  </a:cubicBezTo>
                  <a:cubicBezTo>
                    <a:pt x="5207" y="28956"/>
                    <a:pt x="6858" y="25908"/>
                    <a:pt x="8763" y="23114"/>
                  </a:cubicBezTo>
                  <a:cubicBezTo>
                    <a:pt x="10668" y="20320"/>
                    <a:pt x="12827" y="17653"/>
                    <a:pt x="15240" y="15240"/>
                  </a:cubicBezTo>
                  <a:cubicBezTo>
                    <a:pt x="17653" y="12827"/>
                    <a:pt x="20320" y="10668"/>
                    <a:pt x="23114" y="8763"/>
                  </a:cubicBezTo>
                  <a:cubicBezTo>
                    <a:pt x="25908" y="6858"/>
                    <a:pt x="28956" y="5207"/>
                    <a:pt x="32131" y="3937"/>
                  </a:cubicBezTo>
                  <a:cubicBezTo>
                    <a:pt x="35306" y="2667"/>
                    <a:pt x="38608" y="1651"/>
                    <a:pt x="41910" y="1016"/>
                  </a:cubicBezTo>
                  <a:cubicBezTo>
                    <a:pt x="45212" y="381"/>
                    <a:pt x="48641" y="0"/>
                    <a:pt x="52070" y="0"/>
                  </a:cubicBezTo>
                  <a:cubicBezTo>
                    <a:pt x="55500" y="0"/>
                    <a:pt x="58929" y="381"/>
                    <a:pt x="62231" y="1016"/>
                  </a:cubicBezTo>
                  <a:cubicBezTo>
                    <a:pt x="65533" y="1651"/>
                    <a:pt x="68835" y="2667"/>
                    <a:pt x="72010" y="3937"/>
                  </a:cubicBezTo>
                  <a:cubicBezTo>
                    <a:pt x="75185" y="5207"/>
                    <a:pt x="78233" y="6858"/>
                    <a:pt x="81027" y="8763"/>
                  </a:cubicBezTo>
                  <a:cubicBezTo>
                    <a:pt x="83821" y="10668"/>
                    <a:pt x="86488" y="12827"/>
                    <a:pt x="88901" y="15240"/>
                  </a:cubicBezTo>
                  <a:cubicBezTo>
                    <a:pt x="91314" y="17653"/>
                    <a:pt x="93473" y="20320"/>
                    <a:pt x="95378" y="23114"/>
                  </a:cubicBezTo>
                  <a:cubicBezTo>
                    <a:pt x="97283" y="25908"/>
                    <a:pt x="98934" y="28956"/>
                    <a:pt x="100204" y="32131"/>
                  </a:cubicBezTo>
                  <a:cubicBezTo>
                    <a:pt x="101474" y="35306"/>
                    <a:pt x="102490" y="38608"/>
                    <a:pt x="103125" y="41910"/>
                  </a:cubicBezTo>
                  <a:cubicBezTo>
                    <a:pt x="103760" y="45212"/>
                    <a:pt x="104141" y="48641"/>
                    <a:pt x="104141" y="52070"/>
                  </a:cubicBezTo>
                  <a:close/>
                </a:path>
              </a:pathLst>
            </a:custGeom>
            <a:solidFill>
              <a:srgbClr val="173A4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00758" y="16075895"/>
            <a:ext cx="6915417" cy="5307730"/>
            <a:chOff x="0" y="0"/>
            <a:chExt cx="6915417" cy="53077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15407" cy="5307705"/>
            </a:xfrm>
            <a:custGeom>
              <a:avLst/>
              <a:gdLst/>
              <a:ahLst/>
              <a:cxnLst/>
              <a:rect r="r" b="b" t="t" l="l"/>
              <a:pathLst>
                <a:path h="5307705" w="6915407">
                  <a:moveTo>
                    <a:pt x="0" y="0"/>
                  </a:moveTo>
                  <a:lnTo>
                    <a:pt x="0" y="5307705"/>
                  </a:lnTo>
                  <a:lnTo>
                    <a:pt x="6915407" y="5307705"/>
                  </a:lnTo>
                  <a:lnTo>
                    <a:pt x="69154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471138" y="10096910"/>
            <a:ext cx="2681059" cy="2805494"/>
            <a:chOff x="0" y="0"/>
            <a:chExt cx="2681059" cy="28054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1092" cy="2805554"/>
            </a:xfrm>
            <a:custGeom>
              <a:avLst/>
              <a:gdLst/>
              <a:ahLst/>
              <a:cxnLst/>
              <a:rect r="r" b="b" t="t" l="l"/>
              <a:pathLst>
                <a:path h="2805554" w="2681092">
                  <a:moveTo>
                    <a:pt x="0" y="2805554"/>
                  </a:moveTo>
                  <a:lnTo>
                    <a:pt x="2681092" y="2805554"/>
                  </a:lnTo>
                  <a:lnTo>
                    <a:pt x="26810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7551791" y="11704349"/>
            <a:ext cx="287569" cy="22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4 20%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56569" y="10176977"/>
            <a:ext cx="286236" cy="22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5 20%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61217" y="10177767"/>
            <a:ext cx="280702" cy="22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1 20%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161670" y="11704263"/>
            <a:ext cx="282273" cy="22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2 20%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77254" y="12197353"/>
            <a:ext cx="121710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69691" y="10209714"/>
            <a:ext cx="129435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68310" y="10706624"/>
            <a:ext cx="130854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73815" y="11700443"/>
            <a:ext cx="125235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70757" y="11203534"/>
            <a:ext cx="128359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85377" y="10034969"/>
            <a:ext cx="372237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Series 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771272" y="10034969"/>
            <a:ext cx="373894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Series 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57158" y="10034969"/>
            <a:ext cx="377028" cy="13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Series 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45023" y="4299318"/>
            <a:ext cx="90716" cy="47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593" spc="2030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882170" y="4308786"/>
            <a:ext cx="214684" cy="48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593" spc="2030">
                <a:solidFill>
                  <a:srgbClr val="0C2D6A"/>
                </a:solidFill>
                <a:latin typeface="Noto Sans"/>
                <a:ea typeface="Noto Sans"/>
                <a:cs typeface="Noto Sans"/>
                <a:sym typeface="Noto Sans"/>
              </a:rPr>
              <a:t>Ạ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50390" y="4299318"/>
            <a:ext cx="90716" cy="47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593" spc="2030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46600" y="4812106"/>
            <a:ext cx="1694888" cy="109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3"/>
              </a:lnSpc>
            </a:pP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Mc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23682" y="5912844"/>
            <a:ext cx="654920" cy="51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5969">
                <a:solidFill>
                  <a:srgbClr val="4397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6600" y="6213481"/>
            <a:ext cx="402860" cy="7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8"/>
              </a:lnSpc>
            </a:pPr>
            <a:r>
              <a:rPr lang="en-US" sz="5969" spc="4023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352475" y="6213481"/>
            <a:ext cx="393583" cy="74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8"/>
              </a:lnSpc>
            </a:pPr>
            <a:r>
              <a:rPr lang="en-US" sz="5969" spc="4023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679011" y="7911036"/>
            <a:ext cx="90716" cy="62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23682" y="8468916"/>
            <a:ext cx="3209754" cy="160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9"/>
              </a:lnSpc>
            </a:pPr>
            <a:r>
              <a:rPr lang="en-US" sz="5969">
                <a:solidFill>
                  <a:srgbClr val="4397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Kết qu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34656" y="10869206"/>
            <a:ext cx="90716" cy="52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41300" y="11403359"/>
            <a:ext cx="4626493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1"/>
              </a:lnSpc>
            </a:pPr>
            <a:r>
              <a:rPr lang="en-US" sz="5969">
                <a:solidFill>
                  <a:srgbClr val="4397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Giao diện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859193" y="12585449"/>
            <a:ext cx="285217" cy="22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3 20%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687227" y="12684319"/>
            <a:ext cx="1593199" cy="1579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5"/>
              </a:lnSpc>
            </a:pPr>
            <a:r>
              <a:rPr lang="en-US" sz="5969">
                <a:solidFill>
                  <a:srgbClr val="4397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165016" y="4288774"/>
            <a:ext cx="1329080" cy="52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ĐƯƠNG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35963" y="4299880"/>
            <a:ext cx="90716" cy="47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143801" y="4309358"/>
            <a:ext cx="214684" cy="48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593">
                <a:solidFill>
                  <a:srgbClr val="0C2D6A"/>
                </a:solidFill>
                <a:latin typeface="Noto Sans"/>
                <a:ea typeface="Noto Sans"/>
                <a:cs typeface="Noto Sans"/>
                <a:sym typeface="Noto Sans"/>
              </a:rPr>
              <a:t>Ạ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791482" y="4299880"/>
            <a:ext cx="90716" cy="47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39055" y="4309358"/>
            <a:ext cx="597856" cy="48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Ọ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575961" y="4812106"/>
            <a:ext cx="3410655" cy="109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ích nghiên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710146" y="4703474"/>
            <a:ext cx="4795485" cy="227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7"/>
              </a:lnSpc>
            </a:pP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Công nghệ áp</a:t>
            </a:r>
          </a:p>
          <a:p>
            <a:pPr algn="l">
              <a:lnSpc>
                <a:spcPts val="3503"/>
              </a:lnSpc>
            </a:pP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dụng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558088" y="5855694"/>
            <a:ext cx="900808" cy="57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3"/>
              </a:lnSpc>
            </a:pPr>
            <a:r>
              <a:rPr lang="en-US" sz="5969">
                <a:solidFill>
                  <a:srgbClr val="4397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043516" y="6739680"/>
            <a:ext cx="1428150" cy="73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3"/>
              </a:lnSpc>
            </a:pPr>
            <a:r>
              <a:rPr lang="en-US" sz="2593">
                <a:solidFill>
                  <a:srgbClr val="173A45"/>
                </a:solidFill>
                <a:latin typeface="Noto Sans"/>
                <a:ea typeface="Noto Sans"/>
                <a:cs typeface="Noto Sans"/>
                <a:sym typeface="Noto Sans"/>
              </a:rPr>
              <a:t>ạ đệ ử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527679" y="12732363"/>
            <a:ext cx="70294" cy="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801237" y="12817869"/>
            <a:ext cx="297656" cy="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438307" y="12817869"/>
            <a:ext cx="299314" cy="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074425" y="12817869"/>
            <a:ext cx="302447" cy="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08609" y="12817869"/>
            <a:ext cx="304943" cy="9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"/>
              </a:lnSpc>
            </a:pPr>
            <a:r>
              <a:rPr lang="en-US" sz="7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Item 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227059" y="12796276"/>
            <a:ext cx="4287479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2"/>
              </a:lnSpc>
            </a:pPr>
            <a:r>
              <a:rPr lang="en-US" sz="5969">
                <a:solidFill>
                  <a:srgbClr val="2F72B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 phát triển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040150" y="4900574"/>
            <a:ext cx="477869" cy="105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69" spc="4721">
                <a:solidFill>
                  <a:srgbClr val="2F72B1"/>
                </a:solidFill>
                <a:latin typeface="Noto Sans"/>
                <a:ea typeface="Noto Sans"/>
                <a:cs typeface="Noto Sans"/>
                <a:sym typeface="Noto Sans"/>
              </a:rPr>
              <a:t>ụ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108246" y="4900574"/>
            <a:ext cx="477088" cy="105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69" spc="4721">
                <a:solidFill>
                  <a:srgbClr val="2F72B1"/>
                </a:solidFill>
                <a:latin typeface="Noto Sans"/>
                <a:ea typeface="Noto Sans"/>
                <a:cs typeface="Noto Sans"/>
                <a:sym typeface="Noto Sans"/>
              </a:rPr>
              <a:t>đ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841544" y="5959059"/>
            <a:ext cx="521170" cy="105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2"/>
              </a:lnSpc>
            </a:pPr>
            <a:r>
              <a:rPr lang="en-US" sz="5969">
                <a:solidFill>
                  <a:srgbClr val="2F72B1"/>
                </a:solidFill>
                <a:latin typeface="Noto Sans"/>
                <a:ea typeface="Noto Sans"/>
                <a:cs typeface="Noto Sans"/>
                <a:sym typeface="Noto Sans"/>
              </a:rPr>
              <a:t>ứ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13060" y="7911036"/>
            <a:ext cx="90716" cy="62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570484" y="8580644"/>
            <a:ext cx="3893915" cy="144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39"/>
              </a:lnSpc>
            </a:pPr>
            <a:r>
              <a:rPr lang="en-US" sz="5969">
                <a:solidFill>
                  <a:srgbClr val="2F72B1"/>
                </a:solidFill>
                <a:latin typeface="Noto Sans"/>
                <a:ea typeface="Noto Sans"/>
                <a:cs typeface="Noto Sans"/>
                <a:sym typeface="Noto Sans"/>
              </a:rPr>
              <a:t>ả đạt được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249166" y="13261429"/>
            <a:ext cx="997468" cy="105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6"/>
              </a:lnSpc>
            </a:pPr>
            <a:r>
              <a:rPr lang="en-US" sz="5969">
                <a:solidFill>
                  <a:srgbClr val="2F72B1"/>
                </a:solidFill>
                <a:latin typeface="Noto Sans"/>
                <a:ea typeface="Noto Sans"/>
                <a:cs typeface="Noto Sans"/>
                <a:sym typeface="Noto Sans"/>
              </a:rPr>
              <a:t>ướ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00361" y="20359840"/>
            <a:ext cx="3834975" cy="37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Trường Kỹ thuật &amp; Công nghệ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00361" y="20684080"/>
            <a:ext cx="1495015" cy="33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2025–2026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360116" y="20292965"/>
            <a:ext cx="499434" cy="40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2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– Tr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225491" y="20292965"/>
            <a:ext cx="402574" cy="40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2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996197" y="20283640"/>
            <a:ext cx="1913030" cy="45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2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học Trà Vinh |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849749" y="20310862"/>
            <a:ext cx="383276" cy="40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293">
                <a:solidFill>
                  <a:srgbClr val="0C2D6A"/>
                </a:solidFill>
                <a:latin typeface="Noto Sans"/>
                <a:ea typeface="Noto Sans"/>
                <a:cs typeface="Noto Sans"/>
                <a:sym typeface="Noto Sans"/>
              </a:rPr>
              <a:t>ườ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620169" y="20310862"/>
            <a:ext cx="383572" cy="40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293">
                <a:solidFill>
                  <a:srgbClr val="0C2D6A"/>
                </a:solidFill>
                <a:latin typeface="Noto Sans"/>
                <a:ea typeface="Noto Sans"/>
                <a:cs typeface="Noto Sans"/>
                <a:sym typeface="Noto Sans"/>
              </a:rPr>
              <a:t>Đạ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616537" y="2305117"/>
            <a:ext cx="11668554" cy="176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6"/>
              </a:lnSpc>
            </a:pPr>
            <a:r>
              <a:rPr lang="en-US" sz="6265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THIẾT KẾ FRONT END CHO WEBISTE CỬA HÀNG NƯỚC HOA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795099" y="4052230"/>
            <a:ext cx="5494363" cy="71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3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SHTV:TH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CHNG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CPHÚ-110123039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64218" y="4318368"/>
            <a:ext cx="2856881" cy="45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GVHD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59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593">
                <a:solidFill>
                  <a:srgbClr val="0C2D6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MINH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83580" y="10287352"/>
            <a:ext cx="4465939" cy="79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Giao diện hiện đại, responsive. Hiệu năng tốt.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83580" y="11011062"/>
            <a:ext cx="3851653" cy="42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Có thống kê&amp; thanh toán.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83580" y="7062568"/>
            <a:ext cx="4507925" cy="115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Xây dựng website thương mi chuyên nghiệp. Tối ưu trải nghiệm người dùng.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595709" y="7073113"/>
            <a:ext cx="638508" cy="376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83580" y="8148142"/>
            <a:ext cx="5527253" cy="42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Hỗ trợ quảnlýsản phẩm và đơnhàng.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247126" y="14531188"/>
            <a:ext cx="4030332" cy="1153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593">
                <a:solidFill>
                  <a:srgbClr val="173A4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Xây dựng Backend &amp; CSDL. Tích hợp thanh toán online. Nâng cao bảo mật.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DAG9cAA4YZo</dc:identifier>
  <dcterms:modified xsi:type="dcterms:W3CDTF">2011-08-01T06:04:30Z</dcterms:modified>
  <cp:revision>1</cp:revision>
  <dc:title>Poster CSN PHÚ.pdf</dc:title>
</cp:coreProperties>
</file>